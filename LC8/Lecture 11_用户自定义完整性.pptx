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</p:sldMasterIdLst>
  <p:notesMasterIdLst>
    <p:notesMasterId r:id="rId12"/>
  </p:notesMasterIdLst>
  <p:sldIdLst>
    <p:sldId id="256" r:id="rId2"/>
    <p:sldId id="273" r:id="rId3"/>
    <p:sldId id="263" r:id="rId4"/>
    <p:sldId id="334" r:id="rId5"/>
    <p:sldId id="335" r:id="rId6"/>
    <p:sldId id="336" r:id="rId7"/>
    <p:sldId id="337" r:id="rId8"/>
    <p:sldId id="338" r:id="rId9"/>
    <p:sldId id="339" r:id="rId10"/>
    <p:sldId id="28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0" autoAdjust="0"/>
    <p:restoredTop sz="94660"/>
  </p:normalViewPr>
  <p:slideViewPr>
    <p:cSldViewPr snapToGrid="0">
      <p:cViewPr varScale="1">
        <p:scale>
          <a:sx n="46" d="100"/>
          <a:sy n="46" d="100"/>
        </p:scale>
        <p:origin x="44" y="10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凯淇 吴" userId="c606d5c88c64f719" providerId="LiveId" clId="{2ADBC3B9-A30E-41D4-8DE0-C0757064D448}"/>
    <pc:docChg chg="modSld">
      <pc:chgData name="凯淇 吴" userId="c606d5c88c64f719" providerId="LiveId" clId="{2ADBC3B9-A30E-41D4-8DE0-C0757064D448}" dt="2024-09-09T08:35:44.319" v="3" actId="20577"/>
      <pc:docMkLst>
        <pc:docMk/>
      </pc:docMkLst>
      <pc:sldChg chg="modSp mod">
        <pc:chgData name="凯淇 吴" userId="c606d5c88c64f719" providerId="LiveId" clId="{2ADBC3B9-A30E-41D4-8DE0-C0757064D448}" dt="2024-09-09T08:35:44.319" v="3" actId="20577"/>
        <pc:sldMkLst>
          <pc:docMk/>
          <pc:sldMk cId="0" sldId="256"/>
        </pc:sldMkLst>
        <pc:spChg chg="mod">
          <ac:chgData name="凯淇 吴" userId="c606d5c88c64f719" providerId="LiveId" clId="{2ADBC3B9-A30E-41D4-8DE0-C0757064D448}" dt="2024-09-09T08:35:44.319" v="3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56D1E0-6BE0-4E15-A7C1-47199E0DF7D9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1D038A-178A-4CD8-BF65-AF46F5084F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5059E-92DA-4447-B286-422C1C18CA39}" type="datetime1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04163-DC28-48CC-84F5-12ABE14FE89F}" type="datetime1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F5CBE-256E-4439-B5A1-4C46324A59AF}" type="datetime1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17516-DD2D-45AB-A003-9B8DB85B6D9E}" type="datetime1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BAAA-C460-4A20-9A94-28A603A090C0}" type="datetime1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0FB05-9225-4CD7-8944-551AF5EAA7AC}" type="datetime1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A795F-9A67-4E19-A0CA-82B2591426A6}" type="datetime1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E3AE2-2B65-4FC4-8731-8B86742534A6}" type="datetime1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8829A-88B9-4BDF-82AE-A6B0D7FBE5E0}" type="datetime1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20E14-BD34-4A16-BEA6-61BFDCB6EE13}" type="datetime1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83441-43CF-4600-A581-2728B3BC4035}" type="datetime1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D1992-018F-4C3E-97AC-BDF9A7AFECC8}" type="datetime1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58043" y="1024392"/>
            <a:ext cx="9144000" cy="2387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11</a:t>
            </a:r>
            <a:r>
              <a: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 2024/2025</a:t>
            </a:r>
            <a:b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4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数据库系统实验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612086" cy="2423205"/>
          </a:xfrm>
        </p:spPr>
        <p:txBody>
          <a:bodyPr>
            <a:normAutofit/>
          </a:bodyPr>
          <a:lstStyle/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Yubao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Liu 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刘玉葆）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 of Data and Computer Science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Yat-sen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</a:t>
            </a:r>
          </a:p>
          <a:p>
            <a:endParaRPr lang="zh-CN" alt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62560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本节课提纲</a:t>
            </a:r>
          </a:p>
        </p:txBody>
      </p:sp>
      <p:sp>
        <p:nvSpPr>
          <p:cNvPr id="4" name="矩形 3"/>
          <p:cNvSpPr/>
          <p:nvPr/>
        </p:nvSpPr>
        <p:spPr>
          <a:xfrm>
            <a:off x="1374263" y="1488123"/>
            <a:ext cx="1762021" cy="30469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latinLnBrk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实验目的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latinLnBrk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实验示例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latinLnBrk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练习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latinLnBrk="1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610600" y="6518910"/>
            <a:ext cx="2743200" cy="365125"/>
          </a:xfrm>
        </p:spPr>
        <p:txBody>
          <a:bodyPr/>
          <a:lstStyle/>
          <a:p>
            <a:fld id="{775334F8-B456-4D2C-B6B6-BB4E8935ED8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43840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实验目的</a:t>
            </a:r>
          </a:p>
        </p:txBody>
      </p:sp>
      <p:sp>
        <p:nvSpPr>
          <p:cNvPr id="4" name="矩形 3"/>
          <p:cNvSpPr/>
          <p:nvPr/>
        </p:nvSpPr>
        <p:spPr>
          <a:xfrm>
            <a:off x="1389378" y="1569403"/>
            <a:ext cx="1017270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学习用户自定义约束，并实践用户完整性，利用短语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NOT NULL, UNIQUE, CHECK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保证用户定义完整性。</a:t>
            </a:r>
            <a:endParaRPr lang="zh-CN" altLang="en-US" sz="2400" b="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5" y="1874054"/>
            <a:ext cx="7853685" cy="484742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43840"/>
            <a:ext cx="10515600" cy="820685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实验示例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266245" y="943426"/>
            <a:ext cx="1045718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worker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表，并自定义两个约束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，其中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Name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字段唯一，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sage(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级别）字段的上限为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。并在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worker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表中插入一条合法记录。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006176" y="5984914"/>
            <a:ext cx="5383428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插入数据成功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088921" y="2898475"/>
            <a:ext cx="2501660" cy="2760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3594340" y="3375371"/>
            <a:ext cx="3411836" cy="2736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43840"/>
            <a:ext cx="10515600" cy="820685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实验示例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266245" y="943426"/>
            <a:ext cx="104571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演示插入违反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约束的示例（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sage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属性的值必须小于等于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468518" y="5856726"/>
            <a:ext cx="5383428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因为违反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U2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约束，所以数据插入失败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518" y="1527233"/>
            <a:ext cx="8185506" cy="39936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43840"/>
            <a:ext cx="10515600" cy="820685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实验示例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266245" y="943426"/>
            <a:ext cx="104571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去除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约束，再重新插入示例二的数据。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471237" y="5664762"/>
            <a:ext cx="538342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因为去除了约束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U2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，所以插入数据成功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237" y="1493317"/>
            <a:ext cx="8226653" cy="38713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43840"/>
            <a:ext cx="10515600" cy="820685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实验示例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266245" y="943426"/>
            <a:ext cx="1045718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创建规则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rule_sex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，规定插入或更新的值只能是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，并绑定到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worker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sex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字段。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11408" y="5553066"/>
            <a:ext cx="5383428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先创建规则，再绑定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245" y="1774423"/>
            <a:ext cx="9927004" cy="3640527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450568" y="3377241"/>
            <a:ext cx="5641671" cy="4996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656936" y="2760451"/>
            <a:ext cx="6435303" cy="4996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425" y="1597041"/>
            <a:ext cx="9985531" cy="36779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43840"/>
            <a:ext cx="10515600" cy="820685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实验示例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266245" y="943426"/>
            <a:ext cx="1045718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演示违反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rule_sex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规则的插入示例。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369149" y="2605945"/>
            <a:ext cx="5383428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必须是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</a:p>
        </p:txBody>
      </p:sp>
      <p:sp>
        <p:nvSpPr>
          <p:cNvPr id="4" name="矩形 3"/>
          <p:cNvSpPr/>
          <p:nvPr/>
        </p:nvSpPr>
        <p:spPr>
          <a:xfrm>
            <a:off x="8542309" y="2044182"/>
            <a:ext cx="394659" cy="5617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43840"/>
            <a:ext cx="10515600" cy="820685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实验示例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266245" y="943426"/>
            <a:ext cx="104571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解除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rule_sex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的绑定，再插入示例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中的数据。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830327" y="5015657"/>
            <a:ext cx="538342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解除绑定后，插入数据成功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889" y="1592531"/>
            <a:ext cx="9116563" cy="2737929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140015" y="2104677"/>
            <a:ext cx="1742535" cy="3045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8357" y="347466"/>
            <a:ext cx="10515600" cy="559003"/>
          </a:xfrm>
        </p:spPr>
        <p:txBody>
          <a:bodyPr>
            <a:normAutofit fontScale="90000"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练习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112510"/>
            <a:ext cx="2743200" cy="365125"/>
          </a:xfrm>
        </p:spPr>
        <p:txBody>
          <a:bodyPr/>
          <a:lstStyle/>
          <a:p>
            <a:fld id="{775334F8-B456-4D2C-B6B6-BB4E8935ED8C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48357" y="906469"/>
            <a:ext cx="1110186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以下练习均在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worker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表上进行（请按照示例中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worker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建表）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arenBoth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加入约束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，令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sage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值大于等于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arenBoth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演示插入违反约束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的记录。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Tx/>
              <a:buAutoNum type="arabicParenBoth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演示插入不违反约束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的记录。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Tx/>
              <a:buAutoNum type="arabicParenBoth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加入约束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，令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sage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，观察执行是否成功，分析原因。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arenBoth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加入规则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，确保插入的记录的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sage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之间，并绑定到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sage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arenBoth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演示插入违反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的记录。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arenBoth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解除规则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的绑定，并重复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(6)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的操作。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arenBoth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已知示例三中已插入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sage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的记录，那么加入规则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，令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sage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。观察加入规则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的操作是否能成功。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393</Words>
  <Application>Microsoft Office PowerPoint</Application>
  <PresentationFormat>宽屏</PresentationFormat>
  <Paragraphs>48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等线 Light</vt:lpstr>
      <vt:lpstr>微软雅黑</vt:lpstr>
      <vt:lpstr>Arial</vt:lpstr>
      <vt:lpstr>Times New Roman</vt:lpstr>
      <vt:lpstr>Office 主题​​</vt:lpstr>
      <vt:lpstr>Lecture 11，Fall 2024/2025 数据库系统实验</vt:lpstr>
      <vt:lpstr>本节课提纲</vt:lpstr>
      <vt:lpstr>实验目的</vt:lpstr>
      <vt:lpstr>实验示例</vt:lpstr>
      <vt:lpstr>实验示例</vt:lpstr>
      <vt:lpstr>实验示例</vt:lpstr>
      <vt:lpstr>实验示例</vt:lpstr>
      <vt:lpstr>实验示例</vt:lpstr>
      <vt:lpstr>实验示例</vt:lpstr>
      <vt:lpstr>练习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1，Fall 2017/2018 数据库系统实验</dc:title>
  <dc:creator>Genan Dai</dc:creator>
  <cp:lastModifiedBy>haoming liang</cp:lastModifiedBy>
  <cp:revision>242</cp:revision>
  <dcterms:created xsi:type="dcterms:W3CDTF">2017-09-12T02:27:00Z</dcterms:created>
  <dcterms:modified xsi:type="dcterms:W3CDTF">2025-12-22T09:23:27Z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2052-11.3.0.9228</vt:lpwstr>
  </property>
</Properties>
</file>